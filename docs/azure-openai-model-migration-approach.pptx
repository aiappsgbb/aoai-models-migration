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Azure OpenAI Model Migration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50E6FF"/>
                </a:solidFill>
                <a:latin typeface="Segoe UI"/>
              </a:defRPr>
            </a:pPr>
            <a:r>
              <a:t>A Practical, Automated Evaluation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CCEE"/>
                </a:solidFill>
                <a:latin typeface="Segoe UI"/>
              </a:defRPr>
            </a:pPr>
            <a:r>
              <a:t>Hybrid methodology  •  Config-only model swap  •  Reusable golden datasets  •  CI/CD automation  •  Azure AI Foundry dashboards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AACC"/>
                </a:solidFill>
                <a:latin typeface="Segoe UI"/>
              </a:defRPr>
            </a:pPr>
            <a:r>
              <a:t>Microsoft  |  Global Black Belt — AI Apps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The Challenge: Model Retirement Is Inevitable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Segoe UI"/>
              </a:defRPr>
            </a:pPr>
            <a:r>
              <a:t>What we hear from enterprises: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606060"/>
                </a:solidFill>
                <a:latin typeface="Segoe UI"/>
              </a:rPr>
              <a:t>❌ "Evaluation costs tens of thousands per use case"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606060"/>
                </a:solidFill>
                <a:latin typeface="Segoe UI"/>
              </a:rPr>
              <a:t>❌ "We need to rebuild datasets for every application"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606060"/>
                </a:solidFill>
                <a:latin typeface="Segoe UI"/>
              </a:rPr>
              <a:t>❌ "End-to-end testing detects issues but not root causes"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606060"/>
                </a:solidFill>
                <a:latin typeface="Segoe UI"/>
              </a:rPr>
              <a:t>❌ "Different partners give conflicting methodologies"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606060"/>
                </a:solidFill>
                <a:latin typeface="Segoe UI"/>
              </a:rPr>
              <a:t>❌ "Manual intervention doesn't scale to 50+ use cases"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188720"/>
            <a:ext cx="5029200" cy="4754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Segoe UI"/>
              </a:defRPr>
            </a:pPr>
            <a:r>
              <a:t>The reality: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92024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Azure OpenAI models retire on schedule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Enterprise apps chain 3-5 models together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Regression in ANY step degrades final output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You need to know WHERE it broke, not just IF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Testing must be repeatable and automated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760720"/>
            <a:ext cx="10698480" cy="7315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521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→ We need a methodology that is automated, actionable, and reusable across every migration cycle.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Our Approach: Hybrid Evaluation 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02920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5029200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554480"/>
            <a:ext cx="640080" cy="64008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400"/>
              </a:spcBef>
              <a:defRPr sz="2200">
                <a:solidFill>
                  <a:srgbClr val="FFFFFF"/>
                </a:solidFill>
              </a:defRPr>
            </a:pPr>
            <a:r>
              <a:t>E2E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End-to-End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Run full pipeline → score final output</a:t>
            </a:r>
            <a:br/>
            <a:br/>
            <a:r>
              <a:t>• Catches regressions quickly</a:t>
            </a:r>
            <a:br/>
            <a:r>
              <a:t>• Automated (CI/CD nightly)</a:t>
            </a:r>
            <a:br/>
            <a:r>
              <a:t>• Low effort: ~40 API calls for 20 tests</a:t>
            </a:r>
            <a:br/>
            <a:r>
              <a:t>• Reusable golden dataset</a:t>
            </a:r>
            <a:br/>
            <a:r>
              <a:t>• Answers: DID quality change?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280160"/>
            <a:ext cx="502920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280160"/>
            <a:ext cx="5029200" cy="54864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75120" y="1554480"/>
            <a:ext cx="640080" cy="640080"/>
          </a:xfrm>
          <a:prstGeom prst="ellipse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400"/>
              </a:spcBef>
              <a:defRPr sz="2200">
                <a:solidFill>
                  <a:srgbClr val="FFFFFF"/>
                </a:solidFill>
              </a:defRPr>
            </a:pPr>
            <a:r>
              <a:t>TL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3317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Task-Level Evaluation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6974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Isolate each step → score independently</a:t>
            </a:r>
            <a:br/>
            <a:br/>
            <a:r>
              <a:t>• Retrieval: Precision@k, Recall@k, MRR</a:t>
            </a:r>
            <a:br/>
            <a:r>
              <a:t>• Generation: Groundedness with correct context</a:t>
            </a:r>
            <a:br/>
            <a:r>
              <a:t>• Pinpoints WHERE regression occurred</a:t>
            </a:r>
            <a:br/>
            <a:r>
              <a:t>• No LLM needed for retrieval scoring</a:t>
            </a:r>
            <a:br/>
            <a:r>
              <a:t>• Answers: WHERE did it break?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B5C"/>
                </a:solidFill>
                <a:latin typeface="Segoe UI"/>
              </a:defRPr>
            </a:pPr>
            <a:r>
              <a:t>When to use which: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31520" y="470916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End-to-End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Task-Level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Routine model update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✅ Primary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Only if regression found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Critical production 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✅ Required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✅ Required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Debugging a regression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Initial signal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✅ Root cause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New model family (4o → 5.x)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✅ Required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✅ Recommended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Sample App: RAG Pipeline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2194560" cy="16459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087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🔄 Rephrase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gpt-4o-mini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88"/>
                </a:solidFill>
                <a:latin typeface="Segoe UI"/>
              </a:defRPr>
            </a:pPr>
            <a:r>
              <a:t>→ gpt-4.1-mini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920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371600"/>
            <a:ext cx="2194560" cy="1645920"/>
          </a:xfrm>
          <a:prstGeom prst="rect">
            <a:avLst/>
          </a:prstGeom>
          <a:solidFill>
            <a:srgbClr val="881E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15087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📐 Embed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9659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text-embed-3-large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3774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88"/>
                </a:solidFill>
                <a:latin typeface="Segoe UI"/>
              </a:defRPr>
            </a:pPr>
            <a:r>
              <a:t>(unchanged)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1920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1371600"/>
            <a:ext cx="2194560" cy="16459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15087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🔍 Retrieve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19659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Cosine similarity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3774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88"/>
                </a:solidFill>
                <a:latin typeface="Segoe UI"/>
              </a:defRPr>
            </a:pPr>
            <a:r>
              <a:t>top-k docs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920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0" y="1371600"/>
            <a:ext cx="2194560" cy="16459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23960" y="15087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✍️ Generate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19659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gpt-4o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3774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88"/>
                </a:solidFill>
                <a:latin typeface="Segoe UI"/>
              </a:defRPr>
            </a:pPr>
            <a:r>
              <a:t>→ gpt-4.1 / 5.4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383280"/>
            <a:ext cx="10698480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474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Each step is isolated — swap individual models via .env without touching code. Same script, different config.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B5C"/>
                </a:solidFill>
                <a:latin typeface="Segoe UI"/>
              </a:defRPr>
            </a:pPr>
            <a:r>
              <a:t>Golden Test Dataset: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31520" y="470916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261257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Difficulty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Simple lookup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Single-doc factual retrieval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Multi-document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Combine info from 2-3 docs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Cross-category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Spans policy domains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Negation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Must answer 'not enough info'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Adversarial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Misleading, contradictions, multi-hop reasoning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125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Specific detail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Precise numerical answers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Key Principle: "Least Changes" — Config Only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029200" cy="41148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7C10"/>
                </a:solidFill>
                <a:latin typeface="Segoe UI"/>
              </a:defRPr>
            </a:pPr>
            <a:r>
              <a:t>📄 .env  (the ONLY file you change)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AZURE_OPENAI_ENDPOINT=https://your-endpoint...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/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# Baseline models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RAG_SOURCE_MODEL=gpt-4o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/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# Migration target — CHANGE THIS LINE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RAG_TARGET_MODEL=gpt-4.1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/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# Supporting models (unchanged)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RAG_EMBEDDING_MODEL=text-embedding-3-large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RAG_REPHRASER_MODEL=gpt-4o-mini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RAG_JUDGE_MODEL=gpt-4o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Segoe UI"/>
              </a:defRPr>
            </a:pPr>
            <a:r>
              <a:t>Migration workflow: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1️⃣  Edit .env → set RAG_TARGET_MODEL=gpt-4.1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2️⃣  Run: python test_e2e.py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3️⃣  Review scores + JSON audit trail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4️⃣  Edit .env → set RAG_TARGET_MODEL=gpt-5.4-mini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5️⃣  Run same script → compare results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6️⃣  Upload to Foundry dashboard for side-by-side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/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Zero code changes across all model comparisons.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Same golden dataset reused every cycle.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760720"/>
            <a:ext cx="10698480" cy="73152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521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Proven: We ran gpt-4o → gpt-4.1 → gpt-5.4-mini with the SAME script, SAME dataset. All passing.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Live Results: Real API Calls, Real Scores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6984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gpt-4o (baseline)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gpt-4.1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gpt-5.4-mini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Groundedness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4.93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5.00 ↑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5.00 ↑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Relevance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4.93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5.00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5.00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Correctness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4.80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4.73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4.80 =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Avg Latency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2,100ms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1,700ms (−19%)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1,700ms (−19%)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Retrieval Stability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14/15 identical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14/15 identical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31520" y="3840480"/>
            <a:ext cx="3291840" cy="109728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7C10"/>
                </a:solidFill>
                <a:latin typeface="Segoe UI"/>
              </a:defRPr>
            </a:pPr>
            <a:r>
              <a:t>✅ gpt-4o → gpt-4.1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Quality improved, 19% faster</a:t>
            </a:r>
            <a:br/>
            <a:r>
              <a:t>Zero regressions detected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3840480"/>
            <a:ext cx="3291840" cy="109728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3931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7C10"/>
                </a:solidFill>
                <a:latin typeface="Segoe UI"/>
              </a:defRPr>
            </a:pPr>
            <a:r>
              <a:t>✅ gpt-4o → gpt-5.4-mini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4297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Equal or better on all metrics</a:t>
            </a:r>
            <a:br/>
            <a:r>
              <a:t>19% faster, smaller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3840480"/>
            <a:ext cx="3383280" cy="109728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39319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Segoe UI"/>
              </a:defRPr>
            </a:pPr>
            <a:r>
              <a:t>📊 Azure AI Foundry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42976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Both runs uploaded to Foundry</a:t>
            </a:r>
            <a:br/>
            <a:r>
              <a:t>Side-by-side dashboard available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03520"/>
            <a:ext cx="10698480" cy="1097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394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B5C"/>
                </a:solidFill>
                <a:latin typeface="Segoe UI"/>
              </a:defRPr>
            </a:pPr>
            <a:r>
              <a:t>Evaluation effort: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60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606060"/>
                </a:solidFill>
                <a:latin typeface="Segoe UI"/>
              </a:rPr>
              <a:t>~156 total API calls  •  20 golden tests × 2 models  •  Dual-layer scoring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606060"/>
                </a:solidFill>
                <a:latin typeface="Segoe UI"/>
              </a:rPr>
              <a:t>Runtime: ~3 minutes on Azure OpenAI  •  Dataset reusable across every migration cycle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606060"/>
                </a:solidFill>
                <a:latin typeface="Segoe UI"/>
              </a:rPr>
              <a:t>No manual intervention  •  Full JSON audit trail exported automatically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When Something Breaks: Detection → Diagnosis → Remediation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256032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56032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554480"/>
            <a:ext cx="640080" cy="64008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400"/>
              </a:spcBef>
              <a:defRPr sz="2200">
                <a:solidFill>
                  <a:srgbClr val="FFFFFF"/>
                </a:solidFill>
              </a:defRPr>
            </a:pPr>
            <a:r>
              <a:t>⚠️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E2E drops, generation 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2194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Diagnosis: Retrieval changed</a:t>
            </a:r>
            <a:br/>
            <a:br/>
            <a:r>
              <a:t>Fix: Re-embed KB, adjust top-k</a:t>
            </a:r>
            <a:br/>
            <a:r>
              <a:t>or roll back embedding change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1280160"/>
            <a:ext cx="256032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66160" y="1280160"/>
            <a:ext cx="2560320" cy="54864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840480" y="1554480"/>
            <a:ext cx="640080" cy="640080"/>
          </a:xfrm>
          <a:prstGeom prst="ellipse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400"/>
              </a:spcBef>
              <a:defRPr sz="2200">
                <a:solidFill>
                  <a:srgbClr val="FFFFFF"/>
                </a:solidFill>
              </a:defRPr>
            </a:pPr>
            <a:r>
              <a:t>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331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E2E AND generation drop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697480"/>
            <a:ext cx="2194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Diagnosis: Model itself is worse</a:t>
            </a:r>
            <a:br/>
            <a:br/>
            <a:r>
              <a:t>Fix: Tune prompt/params,</a:t>
            </a:r>
            <a:br/>
            <a:r>
              <a:t>or try next candidate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280160"/>
            <a:ext cx="256032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280160"/>
            <a:ext cx="2560320" cy="54864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75120" y="1554480"/>
            <a:ext cx="640080" cy="640080"/>
          </a:xfrm>
          <a:prstGeom prst="ellipse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400"/>
              </a:spcBef>
              <a:defRPr sz="2200">
                <a:solidFill>
                  <a:srgbClr val="FFFFFF"/>
                </a:solidFill>
              </a:defRPr>
            </a:pPr>
            <a:r>
              <a:t>⏱️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331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Scores stable, latency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2194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Diagnosis: Larger model is slower</a:t>
            </a:r>
            <a:br/>
            <a:br/>
            <a:r>
              <a:t>Fix: Try -mini variant</a:t>
            </a:r>
            <a:br/>
            <a:r>
              <a:t>or batch optimize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1280160"/>
            <a:ext cx="256032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35440" y="1280160"/>
            <a:ext cx="2560320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09760" y="1554480"/>
            <a:ext cx="640080" cy="64008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400"/>
              </a:spcBef>
              <a:defRPr sz="2200">
                <a:solidFill>
                  <a:srgbClr val="FFFFFF"/>
                </a:solidFill>
              </a:defRPr>
            </a:pPr>
            <a:r>
              <a:t>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2331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One category regresses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2697480"/>
            <a:ext cx="2194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Diagnosis: Topic-specific issue</a:t>
            </a:r>
            <a:br/>
            <a:br/>
            <a:r>
              <a:t>Fix: Add category tests,</a:t>
            </a:r>
            <a:br/>
            <a:r>
              <a:t>adjust per-category prompts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572000"/>
            <a:ext cx="1069848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drift_analysis.py — Track trends across migrations: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1206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📈 Timeline: all evaluation runs with aggregate scores over time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🔬 Per-category cluster analysis: which topics regressed, improved, or stayed stable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🔄 Retrieval stability: consistent document retrieval across model versions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⚡ Automated regression threshold (configurable, default &gt;0.3 drop)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Automation: From Manual to Continuous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173736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Segoe UI"/>
              </a:defRPr>
            </a:pPr>
            <a:r>
              <a:t>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7452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Nightly</a:t>
            </a:r>
            <a:br/>
            <a:r>
              <a:t>Schedule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603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Weekdays 3am UTC</a:t>
            </a:r>
            <a:br/>
            <a:r>
              <a:t>or on-demand trigger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1280160"/>
            <a:ext cx="173736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14173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Segoe UI"/>
              </a:defRPr>
            </a:pPr>
            <a:r>
              <a:t>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87452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Model Matrix</a:t>
            </a:r>
            <a:br/>
            <a:r>
              <a:t>Config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5603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Multiple model pairs</a:t>
            </a:r>
            <a:br/>
            <a:r>
              <a:t>tested in parallel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280160"/>
            <a:ext cx="173736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4173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Segoe UI"/>
              </a:defRPr>
            </a:pPr>
            <a:r>
              <a:t>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187452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E2E + Task</a:t>
            </a:r>
            <a:br/>
            <a:r>
              <a:t>Evaluation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5603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20 tests × 2 models</a:t>
            </a:r>
            <a:br/>
            <a:r>
              <a:t>Dual-layer scoring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280160"/>
            <a:ext cx="173736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4173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Segoe UI"/>
              </a:defRPr>
            </a:pPr>
            <a:r>
              <a:t>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87452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Foundry</a:t>
            </a:r>
            <a:br/>
            <a:r>
              <a:t>Upload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5603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Named runs with</a:t>
            </a:r>
            <a:br/>
            <a:r>
              <a:t>config labels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1280160"/>
            <a:ext cx="173736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14173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Segoe UI"/>
              </a:defRPr>
            </a:pPr>
            <a:r>
              <a:t>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187452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Drift</a:t>
            </a:r>
            <a:br/>
            <a:r>
              <a:t>Analysis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5603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Per-category trends</a:t>
            </a:r>
            <a:br/>
            <a:r>
              <a:t>across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66960" y="1280160"/>
            <a:ext cx="173736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0" y="14173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Segoe UI"/>
              </a:defRPr>
            </a:pPr>
            <a:r>
              <a:t>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187452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Regression</a:t>
            </a:r>
            <a:br/>
            <a:r>
              <a:t>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25603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Auto-fail if score</a:t>
            </a:r>
            <a:br/>
            <a:r>
              <a:t>drops &gt;0.3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B5C"/>
                </a:solidFill>
                <a:latin typeface="Segoe UI"/>
              </a:defRPr>
            </a:pPr>
            <a:r>
              <a:t>Integration points: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389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606060"/>
                </a:solidFill>
                <a:latin typeface="Segoe UI"/>
              </a:rPr>
              <a:t>GitHub Actions:</a:t>
            </a:r>
            <a:r>
              <a:rPr sz="1500">
                <a:solidFill>
                  <a:srgbClr val="606060"/>
                </a:solidFill>
                <a:latin typeface="Segoe UI"/>
              </a:rPr>
              <a:t> Ready-to-use workflow (eval-on-schedule.yml) with Azure OIDC login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606060"/>
                </a:solidFill>
                <a:latin typeface="Segoe UI"/>
              </a:rPr>
              <a:t>Azure AI Foundry:</a:t>
            </a:r>
            <a:r>
              <a:rPr sz="1500">
                <a:solidFill>
                  <a:srgbClr val="606060"/>
                </a:solidFill>
                <a:latin typeface="Segoe UI"/>
              </a:rPr>
              <a:t> Named evaluation runs with built-in coherence/groundedness/relevance evaluators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606060"/>
                </a:solidFill>
                <a:latin typeface="Segoe UI"/>
              </a:rPr>
              <a:t>JSON audit trail:</a:t>
            </a:r>
            <a:r>
              <a:rPr sz="1500">
                <a:solidFill>
                  <a:srgbClr val="606060"/>
                </a:solidFill>
                <a:latin typeface="Segoe UI"/>
              </a:rPr>
              <a:t> Every run exports full results for compliance and traceability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606060"/>
                </a:solidFill>
                <a:latin typeface="Segoe UI"/>
              </a:rPr>
              <a:t>CLI arguments:</a:t>
            </a:r>
            <a:r>
              <a:rPr sz="1500">
                <a:solidFill>
                  <a:srgbClr val="606060"/>
                </a:solidFill>
                <a:latin typeface="Segoe UI"/>
              </a:rPr>
              <a:t> --golden-path, --docs-path, --results-dir for bring-your-own-data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Golden Datasets: Build Once, Reuse Every 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34747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3474720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463040"/>
            <a:ext cx="640080" cy="64008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400"/>
              </a:spcBef>
              <a:defRPr sz="2200">
                <a:solidFill>
                  <a:srgbClr val="FFFFFF"/>
                </a:solidFill>
              </a:defRPr>
            </a:pPr>
            <a: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Stored Completions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Azure OpenAI server-side capture</a:t>
            </a:r>
            <a:br/>
            <a:r>
              <a:t>Zero code changes</a:t>
            </a:r>
            <a:br/>
            <a:r>
              <a:t>Export real user queries + responses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59" y="1188720"/>
            <a:ext cx="34747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59" y="1188720"/>
            <a:ext cx="3474720" cy="54864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54879" y="1463040"/>
            <a:ext cx="640080" cy="640080"/>
          </a:xfrm>
          <a:prstGeom prst="ellipse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400"/>
              </a:spcBef>
              <a:defRPr sz="2200">
                <a:solidFill>
                  <a:srgbClr val="FFFFFF"/>
                </a:solidFill>
              </a:defRPr>
            </a:pPr>
            <a:r>
              <a:t>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39" y="2240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APIM Logs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39" y="260604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Gateway-level capture</a:t>
            </a:r>
            <a:br/>
            <a:r>
              <a:t>Request/response pairs</a:t>
            </a:r>
            <a:br/>
            <a:r>
              <a:t>Works for any backend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598" y="1188720"/>
            <a:ext cx="34747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598" y="1188720"/>
            <a:ext cx="347472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03918" y="1463040"/>
            <a:ext cx="640080" cy="64008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400"/>
              </a:spcBef>
              <a:defRPr sz="2200">
                <a:solidFill>
                  <a:srgbClr val="FFFFFF"/>
                </a:solidFill>
              </a:defRPr>
            </a:pPr>
            <a:r>
              <a:t>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8" y="2240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Synthetic Generation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8" y="260604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SDK Simulator or LLM-powered</a:t>
            </a:r>
            <a:br/>
            <a:r>
              <a:t>For new apps without traffic</a:t>
            </a:r>
            <a:br/>
            <a:r>
              <a:t>Minimal inference overhead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114800"/>
            <a:ext cx="1069848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1605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💡 Most enterprises already have production data. The dataset leverages data you've already generated — not new work.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37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B5C"/>
                </a:solidFill>
                <a:latin typeface="Segoe UI"/>
              </a:defRPr>
            </a:pPr>
            <a:r>
              <a:t>Built-in PII redaction: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9496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Azure AI Language PII detection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Configurable entity categories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Batch JSONL file processing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Production-safe test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937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B5C"/>
                </a:solidFill>
                <a:latin typeface="Segoe UI"/>
              </a:defRPr>
            </a:pPr>
            <a:r>
              <a:t>Sizing guide: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39496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Smoke test: 15-30 cases (routine update)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Standard: 50-100 cases (model family change)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Thorough: 100-200 cases (critical production)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Comprehensive: 200-500 cases (regulated/high-risk)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Addressing Your Concerns — Point by Point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4711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4136"/>
                <a:gridCol w="4273905"/>
                <a:gridCol w="3599078"/>
              </a:tblGrid>
              <a:tr h="6629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Concern Raised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How We Address It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Evidence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Tens of thousands per use case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Reusable dataset + config-only swap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= near-zero incremental effort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~156 API calls per cycle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Same script, different .env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E2E doesn't explain root causes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Dual-layer: E2E catches, task-level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localizes (retrieval vs generation)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evaluate_pipeline.py: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isolated scoring per 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Conflicting partner methodologies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Unified hybrid methodology with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clear decision table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migrating-multi-step-apps.md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(400+ lines)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Manual intervention doesn't scale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.env swap + CI/CD nightly +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matrix strategy for parallel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eval-on-schedule.yml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GitHub Actions workflow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Datasets per application impractical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Mine from prod traffic (Stored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Completions, APIM) — already generated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building-golden-datasets.md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+ PII redaction toolkit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Need remediation guidance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4-scenario remediation playbook: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diagnosis → action → 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Remediation Playbook section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in methodology doc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Need dashboard visibility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Azure AI Foundry: named runs,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built-in evaluators, portal comparison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upload_to_foundry.py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verified working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What's in the Toolkit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3474720" cy="457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🧪 Sample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73736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pipeline.py — 4-step RAG pipeline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knowledge_base.py — Vector store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test_e2e.py — Full E2E test runner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evaluate_pipeline.py — Dual-layer eval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migrate_and_compare.py — A/B comparison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drift_analysis.py — Temporal trends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upload_to_foundry.py — Dashboard upload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20 golden tests (5 adversarial)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20 enterprise policy documents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188720"/>
            <a:ext cx="3474720" cy="4572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1234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📚 Documentation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73736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Hybrid evaluation methodology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Building golden datasets guide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Remediation playbook (4 scenarios)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API changes by model family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Migration paths (GPT-4o → 4.1/5.x)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Model retirement timeline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Dataset sizing guide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Adapt-to-your-app patterns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LLM upgrade lifecycle practices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1188720"/>
            <a:ext cx="3474720" cy="4572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1234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⚙️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173736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GitHub Actions CI/CD workflow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Multi-model matrix testing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Nightly regression detection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Azure AI Foundry integration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.env-driven model configuration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CLI args for custom data paths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JSON audit trail export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PII redaction toolkit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Copilot Skills for migration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Segoe UI"/>
              </a:rPr>
              <a:t>1️⃣  Align on hybrid methodology: share written doc with all stakeholders (Microsoft + SI + internal)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Segoe UI"/>
              </a:rPr>
              <a:t>2️⃣  Decide data approach: real production logs (Stored Completions / APIM) or synthetic — both supported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Segoe UI"/>
              </a:rPr>
              <a:t>3️⃣  Pilot: run the toolkit against one production use case with your models + your data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Segoe UI"/>
              </a:rPr>
              <a:t>4️⃣  Scale: extend golden datasets for additional use cases, enable CI/CD automation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Segoe UI"/>
              </a:rPr>
              <a:t>5️⃣  Dashboard: upload results to Azure AI Foundry for ongoing monitoring and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5303520"/>
            <a:ext cx="10332720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577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AACC"/>
                </a:solidFill>
                <a:latin typeface="Segoe UI"/>
              </a:defRPr>
            </a:pPr>
            <a:r>
              <a:t>📦 Toolkit: github.com/aiappsgbb/AOAI-models-migration</a:t>
            </a:r>
            <a:br/>
            <a:r>
              <a:t>📊 Foundry Dashboard: ai.azure.com → model-mig project</a:t>
            </a:r>
            <a:br/>
            <a:r>
              <a:t>📄 Methodology: docs/migrating-multi-step-apps.md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